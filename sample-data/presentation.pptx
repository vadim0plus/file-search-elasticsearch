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Поисковая платформа компании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Полнотекстовый поиск по файлам на базе Elasticsearch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Индексация документов PDF, DOCX, XLSX, PPTX</a:t>
            </a:r>
          </a:p>
          <a:p>
            <a:r>
              <a:t>Морфологический поиск по русскому языку</a:t>
            </a:r>
          </a:p>
          <a:p>
            <a:r>
              <a:t>Живое обновление индекса при изменении файлов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поисковой платформы</dc:title>
  <dc:subject/>
  <dc:creator>Анна Соколова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